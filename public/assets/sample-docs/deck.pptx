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  <p:sldId id="257" r:id="rId2"/>
  </p:sldIdLst>
  <p:sldSz cx="9144000" cy="51435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CATALYX: Sovereign Intelligence Platform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p>
            <a:r>
              <a:t>Unified enterprise operating system with autonomous agents.</a:t>
            </a:r>
          </a:p>
          <a:p>
            <a:r>
              <a:t>Verified Pesapal v3 gateway and direct bank transfer rails.</a:t>
            </a:r>
          </a:p>
          <a:p>
            <a:r>
              <a:t>Double-entry minor unit ledger ensuring zero floating point error.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12 Universal Creation Studios</a:t>
            </a:r>
          </a:p>
        </p:txBody>
      </p:sp>
      <p:sp>
        <p:nvSpPr>
          <p:cNvPr id="3" name="Content"/>
          <p:cNvSpPr/>
          <p:nvPr/>
        </p:nvSpPr>
        <p:spPr/>
        <p:txBody>
          <a:bodyPr/>
          <a:p>
            <a:r>
              <a:t>Multi-domain support: Software, 3D, Design, Video, Presentation, Research.</a:t>
            </a:r>
          </a:p>
          <a:p>
            <a:r>
              <a:t>Strict tenant isolation and immutable version snapshots.</a:t>
            </a:r>
          </a:p>
          <a:p>
            <a:r>
              <a:t>Native Office protocol handoffs: Word, Excel, and PowerPoint.</a:t>
            </a:r>
          </a:p>
        </p:txBody>
      </p:sp>
    </p:spTree>
  </p:cSld>
</p:sld>
</file>